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6"/>
  </p:handoutMasterIdLst>
  <p:sldIdLst>
    <p:sldId id="338" r:id="rId3"/>
    <p:sldId id="327" r:id="rId4"/>
    <p:sldId id="315" r:id="rId5"/>
    <p:sldId id="329" r:id="rId6"/>
    <p:sldId id="302" r:id="rId7"/>
    <p:sldId id="339" r:id="rId9"/>
    <p:sldId id="340" r:id="rId10"/>
    <p:sldId id="341" r:id="rId11"/>
    <p:sldId id="342" r:id="rId12"/>
    <p:sldId id="343" r:id="rId13"/>
    <p:sldId id="344"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54" userDrawn="1">
          <p15:clr>
            <a:srgbClr val="A4A3A4"/>
          </p15:clr>
        </p15:guide>
        <p15:guide id="3" orient="horz" pos="3890"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3" d="100"/>
          <a:sy n="83" d="100"/>
        </p:scale>
        <p:origin x="518" y="72"/>
      </p:cViewPr>
      <p:guideLst>
        <p:guide orient="horz" pos="1968"/>
        <p:guide pos="454"/>
        <p:guide orient="horz" pos="3890"/>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6.png"/><Relationship Id="rId2" Type="http://schemas.openxmlformats.org/officeDocument/2006/relationships/hyperlink" Target="abc" TargetMode="Externa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7.png"/><Relationship Id="rId2" Type="http://schemas.openxmlformats.org/officeDocument/2006/relationships/hyperlink" Target="abc" TargetMode="Externa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776956" y="3258749"/>
            <a:ext cx="3400089" cy="861497"/>
          </a:xfrm>
        </p:spPr>
        <p:txBody>
          <a:bodyPr/>
          <a:lstStyle/>
          <a:p>
            <a:pPr algn="r"/>
            <a:r>
              <a:rPr lang="en-IN" altLang="en-US" b="0" dirty="0" smtClean="0">
                <a:solidFill>
                  <a:schemeClr val="tx1"/>
                </a:solidFill>
              </a:rPr>
              <a:t>Bappi Raman Singh</a:t>
            </a:r>
            <a:endParaRPr lang="en-IN" altLang="en-US" b="0" dirty="0" smtClean="0">
              <a:solidFill>
                <a:schemeClr val="tx1"/>
              </a:solidFill>
            </a:endParaRPr>
          </a:p>
        </p:txBody>
      </p:sp>
      <p:sp>
        <p:nvSpPr>
          <p:cNvPr id="4" name="Title 3"/>
          <p:cNvSpPr>
            <a:spLocks noGrp="1"/>
          </p:cNvSpPr>
          <p:nvPr>
            <p:ph type="title"/>
          </p:nvPr>
        </p:nvSpPr>
        <p:spPr>
          <a:xfrm>
            <a:off x="6312871" y="2050553"/>
            <a:ext cx="4998720" cy="743448"/>
          </a:xfrm>
        </p:spPr>
        <p:txBody>
          <a:bodyPr>
            <a:normAutofit fontScale="90000"/>
          </a:bodyPr>
          <a:lstStyle/>
          <a:p>
            <a:r>
              <a:rPr lang="en-US" altLang="en-US" sz="3200" dirty="0"/>
              <a:t>AI-Based Network Intrusion Detection System</a:t>
            </a:r>
            <a:endParaRPr lang="en-US" altLang="en-US" sz="3200"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7" name="Text Placeholder 1"/>
          <p:cNvSpPr txBox="1"/>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p:cNvSpPr txBox="1"/>
          <p:nvPr/>
        </p:nvSpPr>
        <p:spPr>
          <a:xfrm>
            <a:off x="5173980" y="4693920"/>
            <a:ext cx="6817995" cy="1887220"/>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algn="l"/>
            <a:r>
              <a:rPr lang="en-US" b="0" dirty="0" smtClean="0">
                <a:solidFill>
                  <a:schemeClr val="tx1"/>
                </a:solidFill>
              </a:rPr>
              <a:t>AICTE ID : </a:t>
            </a:r>
            <a:r>
              <a:rPr lang="en-US" altLang="en-US" b="0" dirty="0" smtClean="0">
                <a:solidFill>
                  <a:schemeClr val="tx1"/>
                </a:solidFill>
              </a:rPr>
              <a:t>STU681211419101f1746014529</a:t>
            </a:r>
            <a:endParaRPr lang="en-US" altLang="en-US" b="0" dirty="0" smtClean="0">
              <a:solidFill>
                <a:schemeClr val="tx1"/>
              </a:solidFill>
            </a:endParaRPr>
          </a:p>
          <a:p>
            <a:pPr algn="l"/>
            <a:r>
              <a:rPr lang="en-US" altLang="en-US" b="0" dirty="0" smtClean="0">
                <a:solidFill>
                  <a:schemeClr val="tx1"/>
                </a:solidFill>
              </a:rPr>
              <a:t>Apply ID:APPLY_1764241591692830b7e0ce6</a:t>
            </a:r>
            <a:endParaRPr lang="en-US" altLang="en-US" b="0" dirty="0" smtClean="0">
              <a:solidFill>
                <a:schemeClr val="tx1"/>
              </a:solidFill>
            </a:endParaRPr>
          </a:p>
          <a:p>
            <a:pPr algn="l"/>
            <a:r>
              <a:rPr lang="en-US" altLang="en-US" b="0" dirty="0" smtClean="0">
                <a:solidFill>
                  <a:schemeClr val="tx1"/>
                </a:solidFill>
              </a:rPr>
              <a:t>Internship ID: INTERNSHIP_1762343729690b3b31bb89f</a:t>
            </a:r>
            <a:endParaRPr lang="en-US" altLang="en-US" b="0" dirty="0" smtClean="0">
              <a:solidFill>
                <a:schemeClr val="tx1"/>
              </a:solidFill>
            </a:endParaRPr>
          </a:p>
          <a:p>
            <a:pPr algn="l"/>
            <a:endParaRPr lang="en-IN" b="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9">
                                            <p:txEl>
                                              <p:pRg st="0" end="0"/>
                                            </p:txEl>
                                          </p:spTgt>
                                        </p:tgtEl>
                                        <p:attrNameLst>
                                          <p:attrName>style.visibility</p:attrName>
                                        </p:attrNameLst>
                                      </p:cBhvr>
                                      <p:to>
                                        <p:strVal val="visible"/>
                                      </p:to>
                                    </p:set>
                                    <p:animEffect transition="in" filter="randombar(horizontal)">
                                      <p:cBhvr>
                                        <p:cTn id="44" dur="500"/>
                                        <p:tgtEl>
                                          <p:spTgt spid="9">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animEffect transition="in" filter="randombar(horizontal)">
                                      <p:cBhvr>
                                        <p:cTn id="49" dur="500"/>
                                        <p:tgtEl>
                                          <p:spTgt spid="9">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9">
                                            <p:txEl>
                                              <p:pRg st="2" end="2"/>
                                            </p:txEl>
                                          </p:spTgt>
                                        </p:tgtEl>
                                        <p:attrNameLst>
                                          <p:attrName>style.visibility</p:attrName>
                                        </p:attrNameLst>
                                      </p:cBhvr>
                                      <p:to>
                                        <p:strVal val="visible"/>
                                      </p:to>
                                    </p:set>
                                    <p:animEffect transition="in" filter="randombar(horizontal)">
                                      <p:cBhvr>
                                        <p:cTn id="54"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1875790"/>
            <a:ext cx="6826885" cy="3608070"/>
          </a:xfrm>
        </p:spPr>
        <p:txBody>
          <a:bodyPr>
            <a:normAutofit fontScale="60000"/>
          </a:bodyPr>
          <a:lstStyle/>
          <a:p>
            <a:pPr>
              <a:lnSpc>
                <a:spcPct val="150000"/>
              </a:lnSpc>
            </a:pPr>
            <a:r>
              <a:rPr lang="en-US" altLang="en-US" sz="2800" dirty="0"/>
              <a:t>Organizations are more vulnerable to cyberthreats including DDoS attacks, illegal system access, and malicious network activity as digital infrastructure and online services grow quickly. New and evolving attack techniques are frequently missed by traditional intrusion detection systems that rely on set criteria. Additionally, they frequently generate false alerts and find it difficult to adjust to new security threats.</a:t>
            </a:r>
            <a:endParaRPr lang="en-US" altLang="en-US" sz="2800"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sz="4000" dirty="0" smtClean="0"/>
              <a:t>Project Description</a:t>
            </a:r>
            <a:br>
              <a:rPr lang="en-GB" sz="1780" dirty="0" smtClean="0"/>
            </a:br>
            <a:br>
              <a:rPr lang="en-GB" sz="1780" dirty="0" smtClean="0"/>
            </a:br>
            <a:br>
              <a:rPr lang="en-GB" sz="1780" dirty="0" smtClean="0"/>
            </a:br>
            <a:r>
              <a:rPr lang="en-US" altLang="en-US" sz="1780" dirty="0">
                <a:sym typeface="+mn-ea"/>
              </a:rPr>
              <a:t>The AI-Based Network Intrusion Detection System (NIDS) is a real-time security solution that uses machine learning—specifically the Random Forest Classifier—to analyze and classify network traffic as either normal or malicious. It supports a simulation mode using synthetic data for academic demonstrations and can be extended to real-world datasets like CIC-IDS2017 for practical deployment. Designed to adapt to evolving threats, the system improves detection accuracy, reduces false positives, and offers scalability for various network environments. Its modular architecture allows customization, while performance metrics help monitor effectiveness and responsiveness across different use cases.</a:t>
            </a:r>
            <a:br>
              <a:rPr lang="en-GB" sz="1780" dirty="0"/>
            </a:br>
            <a:endParaRPr lang="en-IN" sz="1780"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60" y="1991360"/>
            <a:ext cx="9041765" cy="4538980"/>
          </a:xfrm>
        </p:spPr>
        <p:txBody>
          <a:bodyPr>
            <a:normAutofit fontScale="50000"/>
          </a:bodyPr>
          <a:lstStyle/>
          <a:p>
            <a:pPr marL="0" indent="0" algn="just">
              <a:lnSpc>
                <a:spcPct val="150000"/>
              </a:lnSpc>
              <a:buNone/>
            </a:pPr>
            <a:r>
              <a:rPr lang="en-US" altLang="en-US" sz="3600" dirty="0"/>
              <a:t>Engineering students with a focus on cybersecurity, information technology, or computer science</a:t>
            </a:r>
            <a:endParaRPr lang="en-US" altLang="en-US" sz="3600" dirty="0"/>
          </a:p>
          <a:p>
            <a:pPr algn="just">
              <a:lnSpc>
                <a:spcPct val="150000"/>
              </a:lnSpc>
            </a:pPr>
            <a:r>
              <a:rPr lang="en-US" altLang="en-US" sz="3600" dirty="0"/>
              <a:t>Students in their final year working on significant projects</a:t>
            </a:r>
            <a:endParaRPr lang="en-US" altLang="en-US" sz="3600" dirty="0"/>
          </a:p>
          <a:p>
            <a:pPr algn="just">
              <a:lnSpc>
                <a:spcPct val="150000"/>
              </a:lnSpc>
            </a:pPr>
            <a:r>
              <a:rPr lang="en-US" altLang="en-US" sz="3600" dirty="0"/>
              <a:t>Learning interns Network Security and Machine Learning</a:t>
            </a:r>
            <a:endParaRPr lang="en-US" altLang="en-US" sz="3600" dirty="0"/>
          </a:p>
          <a:p>
            <a:pPr algn="just">
              <a:lnSpc>
                <a:spcPct val="150000"/>
              </a:lnSpc>
            </a:pPr>
            <a:r>
              <a:rPr lang="en-US" altLang="en-US" sz="3600" dirty="0"/>
              <a:t> Trainers &amp; Faculty</a:t>
            </a:r>
            <a:endParaRPr lang="en-US" altLang="en-US" sz="3600" dirty="0"/>
          </a:p>
          <a:p>
            <a:pPr algn="just">
              <a:lnSpc>
                <a:spcPct val="150000"/>
              </a:lnSpc>
            </a:pPr>
            <a:r>
              <a:rPr lang="en-US" altLang="en-US" sz="3600" dirty="0"/>
              <a:t>Teachers of cybersecurity</a:t>
            </a:r>
            <a:endParaRPr lang="en-US" altLang="en-US" sz="3600" dirty="0"/>
          </a:p>
          <a:p>
            <a:pPr algn="just">
              <a:lnSpc>
                <a:spcPct val="150000"/>
              </a:lnSpc>
            </a:pPr>
            <a:r>
              <a:rPr lang="en-US" altLang="en-US" sz="3600" dirty="0"/>
              <a:t>Scholars investigating intrusion detection and network security</a:t>
            </a:r>
            <a:endParaRPr lang="en-US" altLang="en-US" sz="3600" dirty="0"/>
          </a:p>
          <a:p>
            <a:pPr algn="just">
              <a:lnSpc>
                <a:spcPct val="150000"/>
              </a:lnSpc>
            </a:pPr>
            <a:r>
              <a:rPr lang="en-US" altLang="en-US" sz="3600" dirty="0"/>
              <a:t>IT managers in charge of corporate networks</a:t>
            </a:r>
            <a:endParaRPr lang="en-US" altLang="en-US" sz="3600" dirty="0"/>
          </a:p>
          <a:p>
            <a:pPr algn="just">
              <a:lnSpc>
                <a:spcPct val="150000"/>
              </a:lnSpc>
            </a:pPr>
            <a:endParaRPr lang="en-US" altLang="en-US" sz="3600" dirty="0"/>
          </a:p>
          <a:p>
            <a:pPr algn="just">
              <a:lnSpc>
                <a:spcPct val="150000"/>
              </a:lnSpc>
            </a:pPr>
            <a:endParaRPr lang="en-US" altLang="en-US" sz="3600" dirty="0"/>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390618" y="1432560"/>
            <a:ext cx="9027702" cy="5243448"/>
          </a:xfrm>
        </p:spPr>
        <p:txBody>
          <a:bodyPr/>
          <a:lstStyle/>
          <a:p>
            <a:pPr lvl="1">
              <a:lnSpc>
                <a:spcPct val="150000"/>
              </a:lnSpc>
            </a:pPr>
            <a:r>
              <a:rPr lang="en-IN" dirty="0"/>
              <a:t>Hugging face </a:t>
            </a:r>
            <a:endParaRPr lang="en-IN" dirty="0"/>
          </a:p>
          <a:p>
            <a:pPr lvl="1">
              <a:lnSpc>
                <a:spcPct val="150000"/>
              </a:lnSpc>
            </a:pPr>
            <a:r>
              <a:rPr lang="en-IN" dirty="0"/>
              <a:t>Streamlit</a:t>
            </a:r>
            <a:endParaRPr lang="en-IN" dirty="0"/>
          </a:p>
          <a:p>
            <a:pPr lvl="1">
              <a:lnSpc>
                <a:spcPct val="150000"/>
              </a:lnSpc>
            </a:pPr>
            <a:r>
              <a:rPr lang="en-IN" dirty="0"/>
              <a:t>Pandas</a:t>
            </a:r>
            <a:endParaRPr lang="en-IN" dirty="0"/>
          </a:p>
          <a:p>
            <a:pPr lvl="1">
              <a:lnSpc>
                <a:spcPct val="150000"/>
              </a:lnSpc>
            </a:pPr>
            <a:r>
              <a:rPr lang="en-IN" dirty="0"/>
              <a:t>Sklearn</a:t>
            </a:r>
            <a:endParaRPr lang="en-IN" dirty="0"/>
          </a:p>
          <a:p>
            <a:pPr lvl="1">
              <a:lnSpc>
                <a:spcPct val="150000"/>
              </a:lnSpc>
            </a:pPr>
            <a:r>
              <a:rPr lang="en-IN" dirty="0"/>
              <a:t>Python</a:t>
            </a:r>
            <a:endParaRPr lang="en-IN" dirty="0"/>
          </a:p>
        </p:txBody>
      </p:sp>
      <p:sp>
        <p:nvSpPr>
          <p:cNvPr id="9" name="Title 8"/>
          <p:cNvSpPr>
            <a:spLocks noGrp="1"/>
          </p:cNvSpPr>
          <p:nvPr>
            <p:ph type="title"/>
          </p:nvPr>
        </p:nvSpPr>
        <p:spPr>
          <a:xfrm>
            <a:off x="660399" y="430567"/>
            <a:ext cx="5306291" cy="847817"/>
          </a:xfrm>
        </p:spPr>
        <p:txBody>
          <a:bodyPr>
            <a:normAutofit/>
          </a:bodyPr>
          <a:lstStyle/>
          <a:p>
            <a:r>
              <a:rPr lang="en-US" dirty="0" smtClean="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p:cNvSpPr txBox="1"/>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2" action="ppaction://hlinkfile"/>
              </a:rPr>
              <a:t>Demo Link</a:t>
            </a:r>
            <a:endParaRPr lang="en-IN" b="0" u="sng" dirty="0">
              <a:solidFill>
                <a:srgbClr val="0070C0"/>
              </a:solidFill>
            </a:endParaRPr>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dirty="0" smtClean="0"/>
              <a:t>[Add screen shots of your code ]</a:t>
            </a:r>
            <a:endParaRPr lang="en-IN" dirty="0"/>
          </a:p>
        </p:txBody>
      </p:sp>
      <p:pic>
        <p:nvPicPr>
          <p:cNvPr id="2" name="Picture 1" descr="Screenshot 2026-01-06 192901"/>
          <p:cNvPicPr>
            <a:picLocks noChangeAspect="1"/>
          </p:cNvPicPr>
          <p:nvPr/>
        </p:nvPicPr>
        <p:blipFill>
          <a:blip r:embed="rId3"/>
          <a:stretch>
            <a:fillRect/>
          </a:stretch>
        </p:blipFill>
        <p:spPr>
          <a:xfrm>
            <a:off x="807085" y="1201420"/>
            <a:ext cx="10362565" cy="54971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p:cNvSpPr txBox="1"/>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2" action="ppaction://hlinkfile"/>
              </a:rPr>
              <a:t>Demo Link</a:t>
            </a:r>
            <a:endParaRPr lang="en-IN" b="0" u="sng" dirty="0">
              <a:solidFill>
                <a:srgbClr val="0070C0"/>
              </a:solidFill>
            </a:endParaRPr>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dirty="0" smtClean="0"/>
              <a:t>[Add screen shots of your code ]</a:t>
            </a:r>
            <a:endParaRPr lang="en-IN" dirty="0"/>
          </a:p>
        </p:txBody>
      </p:sp>
      <p:pic>
        <p:nvPicPr>
          <p:cNvPr id="2" name="Picture 1" descr="Screenshot 2026-01-06 194624"/>
          <p:cNvPicPr>
            <a:picLocks noChangeAspect="1"/>
          </p:cNvPicPr>
          <p:nvPr/>
        </p:nvPicPr>
        <p:blipFill>
          <a:blip r:embed="rId3"/>
          <a:stretch>
            <a:fillRect/>
          </a:stretch>
        </p:blipFill>
        <p:spPr>
          <a:xfrm>
            <a:off x="604520" y="1201420"/>
            <a:ext cx="10159365" cy="5525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smtClean="0">
                <a:solidFill>
                  <a:schemeClr val="tx1"/>
                </a:solidFill>
              </a:rPr>
              <a:t>Certificate - Protection </a:t>
            </a:r>
            <a:r>
              <a:rPr lang="en-IN" b="1" dirty="0">
                <a:solidFill>
                  <a:schemeClr val="tx1"/>
                </a:solidFill>
              </a:rPr>
              <a:t>from browser </a:t>
            </a:r>
            <a:r>
              <a:rPr lang="en-IN" b="1" dirty="0" smtClean="0">
                <a:solidFill>
                  <a:schemeClr val="tx1"/>
                </a:solidFill>
              </a:rPr>
              <a:t>attacks</a:t>
            </a:r>
            <a:r>
              <a:rPr lang="en-GB" b="1" dirty="0" smtClean="0">
                <a:solidFill>
                  <a:schemeClr val="tx1"/>
                </a:solidFill>
              </a:rPr>
              <a:t> </a:t>
            </a:r>
            <a:endParaRPr lang="en-IN" b="1" dirty="0">
              <a:solidFill>
                <a:schemeClr val="tx1"/>
              </a:solidFill>
            </a:endParaRPr>
          </a:p>
        </p:txBody>
      </p:sp>
      <p:pic>
        <p:nvPicPr>
          <p:cNvPr id="2" name="Picture 1"/>
          <p:cNvPicPr>
            <a:picLocks noChangeAspect="1"/>
          </p:cNvPicPr>
          <p:nvPr/>
        </p:nvPicPr>
        <p:blipFill>
          <a:blip r:embed="rId1"/>
          <a:stretch>
            <a:fillRect/>
          </a:stretch>
        </p:blipFill>
        <p:spPr>
          <a:xfrm>
            <a:off x="1861185" y="1310640"/>
            <a:ext cx="7005955" cy="50285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smtClean="0">
                <a:solidFill>
                  <a:schemeClr val="tx1"/>
                </a:solidFill>
              </a:rPr>
              <a:t>Certificate </a:t>
            </a:r>
            <a:r>
              <a:rPr lang="en-IN" b="1" dirty="0">
                <a:solidFill>
                  <a:schemeClr val="tx1"/>
                </a:solidFill>
              </a:rPr>
              <a:t>- Introduction to System Security</a:t>
            </a:r>
            <a:endParaRPr lang="en-IN" b="1" dirty="0">
              <a:solidFill>
                <a:schemeClr val="tx1"/>
              </a:solidFill>
            </a:endParaRPr>
          </a:p>
        </p:txBody>
      </p:sp>
      <p:pic>
        <p:nvPicPr>
          <p:cNvPr id="2" name="Picture 1"/>
          <p:cNvPicPr>
            <a:picLocks noChangeAspect="1"/>
          </p:cNvPicPr>
          <p:nvPr/>
        </p:nvPicPr>
        <p:blipFill>
          <a:blip r:embed="rId1"/>
          <a:stretch>
            <a:fillRect/>
          </a:stretch>
        </p:blipFill>
        <p:spPr>
          <a:xfrm>
            <a:off x="2531110" y="1433195"/>
            <a:ext cx="7195185" cy="49885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p:nvPr/>
        </p:nvSpPr>
        <p:spPr>
          <a:xfrm>
            <a:off x="131010" y="601498"/>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smtClean="0">
                <a:solidFill>
                  <a:schemeClr val="tx1"/>
                </a:solidFill>
              </a:rPr>
              <a:t>Certificate </a:t>
            </a:r>
            <a:r>
              <a:rPr lang="en-IN" b="1" dirty="0">
                <a:solidFill>
                  <a:schemeClr val="tx1"/>
                </a:solidFill>
              </a:rPr>
              <a:t>- Securing Android Devices</a:t>
            </a:r>
            <a:endParaRPr lang="en-IN" b="1" dirty="0">
              <a:solidFill>
                <a:schemeClr val="tx1"/>
              </a:solidFill>
            </a:endParaRPr>
          </a:p>
        </p:txBody>
      </p:sp>
      <p:pic>
        <p:nvPicPr>
          <p:cNvPr id="2" name="Picture 1"/>
          <p:cNvPicPr>
            <a:picLocks noChangeAspect="1"/>
          </p:cNvPicPr>
          <p:nvPr/>
        </p:nvPicPr>
        <p:blipFill>
          <a:blip r:embed="rId1"/>
          <a:stretch>
            <a:fillRect/>
          </a:stretch>
        </p:blipFill>
        <p:spPr>
          <a:xfrm>
            <a:off x="2435225" y="1320800"/>
            <a:ext cx="7482840" cy="51301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fld>
            <a:endParaRPr lang="en-US" dirty="0"/>
          </a:p>
        </p:txBody>
      </p:sp>
      <p:sp>
        <p:nvSpPr>
          <p:cNvPr id="3" name="Title 3"/>
          <p:cNvSpPr txBox="1"/>
          <p:nvPr/>
        </p:nvSpPr>
        <p:spPr>
          <a:xfrm>
            <a:off x="371155" y="583026"/>
            <a:ext cx="8671243" cy="830997"/>
          </a:xfrm>
          <a:prstGeom prst="rect">
            <a:avLst/>
          </a:prstGeom>
        </p:spPr>
        <p:txBody>
          <a:bodyPr>
            <a:normAutofit fontScale="6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smtClean="0">
                <a:solidFill>
                  <a:schemeClr val="tx1"/>
                </a:solidFill>
              </a:rPr>
              <a:t>GitHub link:</a:t>
            </a:r>
            <a:r>
              <a:rPr lang="en-US" altLang="en-US" b="1" dirty="0">
                <a:solidFill>
                  <a:schemeClr val="tx1"/>
                </a:solidFill>
              </a:rPr>
              <a:t>https://github.com/SinghBappi/AI-Based-Network-Intrusion-Detection-System</a:t>
            </a:r>
            <a:endParaRPr lang="en-US" altLang="en-US"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prstGeom prst="rect">
            <a:avLst/>
          </a:prstGeom>
        </p:spPr>
        <p:txBody>
          <a:bodyPr anchor="ctr">
            <a:normAutofit fontScale="90000"/>
          </a:bodyPr>
          <a:lstStyle/>
          <a:p>
            <a:pPr algn="ctr"/>
            <a:r>
              <a:rPr lang="en-US" sz="4800" b="1" dirty="0" smtClean="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datastoreItem>
</file>

<file path=customXml/itemProps2.xml><?xml version="1.0" encoding="utf-8"?>
<ds:datastoreItem xmlns:ds="http://schemas.openxmlformats.org/officeDocument/2006/customXml" ds:itemID="{05D99ABA-76CE-4A8E-B5F0-C051B96628DE}">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2111</Words>
  <Application>WPS Presentation</Application>
  <PresentationFormat>Widescreen</PresentationFormat>
  <Paragraphs>63</Paragraphs>
  <Slides>12</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Wingdings 3</vt:lpstr>
      <vt:lpstr>Arial</vt:lpstr>
      <vt:lpstr>Calibri</vt:lpstr>
      <vt:lpstr>Trebuchet MS</vt:lpstr>
      <vt:lpstr>Microsoft YaHei</vt:lpstr>
      <vt:lpstr>Arial Unicode MS</vt:lpstr>
      <vt:lpstr>华文新魏</vt:lpstr>
      <vt:lpstr>Liberation Mono</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Bappi Singh</cp:lastModifiedBy>
  <cp:revision>78</cp:revision>
  <dcterms:created xsi:type="dcterms:W3CDTF">2021-07-11T13:13:00Z</dcterms:created>
  <dcterms:modified xsi:type="dcterms:W3CDTF">2026-01-16T17:27:49Z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C98E9344786640ABA8B85FA6D741A81C_13</vt:lpwstr>
  </property>
  <property fmtid="{D5CDD505-2E9C-101B-9397-08002B2CF9AE}" pid="4" name="KSOProductBuildVer">
    <vt:lpwstr>1033-12.2.0.23196</vt:lpwstr>
  </property>
</Properties>
</file>